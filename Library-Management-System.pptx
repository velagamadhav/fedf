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 app for searching, borrowing and returning books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HTML, CSS &amp;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hold thousands of books, and keeping track of who has borrowed what is hard to do by hand. The Online Library Management System is a lightweight web application that brings a library's day-to-day work — searching, borrowing, and returning books — onto a single screen.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student mini-project, it focuses on the core actions a librarian or member needs — nothing more, nothing less.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2176272"/>
            <a:ext cx="1097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217627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actions: search, borrow, return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347472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3639312"/>
            <a:ext cx="1097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363931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49377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102352"/>
            <a:ext cx="1097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510235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required to try 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systems slow everyone 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registers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records kept on paper or spreadsheets are slow to search and easy to lose.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can't check if a book is available without visiting or calling the library.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017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returns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reminders, overdue books and late fees are hard to track.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we're improving on the traditional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 the catalog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lives in one searchable list instead of scattered paper records.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423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status instantly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or borrowed status is visible the moment someone opens the page.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423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actions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6576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and returning a book takes a single click, not a manual entry.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lets a user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37286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the catalog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book instantly by title or author.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37286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availability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871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 a glance which books are available or borrowed.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01878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0187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7307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&amp; return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33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book with one click, and mark it returned just as easily.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01878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40187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7307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new books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1330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can add new titles to the catalog directly.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566470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664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376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7790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available and borrowed counts update automatically.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521208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565392" y="5664708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5664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5376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interface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7790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distraction-free layout anyone can use.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gains over the old 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for both members and librarians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down errors from manual record-keeping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book availability visible at a glance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— no training needed to use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with a web browser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borrowing flow, start to finish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0976" y="28346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796796" y="31546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9679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3977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book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282696" y="37033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02736" y="28346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48556" y="31546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855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85616" y="3977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its status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934456" y="37033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54496" y="28346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0316" y="31546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0031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977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Borrow &amp; enter name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86216" y="37033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906256" y="28346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752076" y="31546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5207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39776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when finished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front-end web technologies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423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461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page — catalog table, add-book form and search bar.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2423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2461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the layout with a clean look, light and dark mode support.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24231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2461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searching, filtering, borrowing, returning and live stats.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97BC62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makes everyday library tasks — searching, borrowing and returning books — quick and effortless, replacing manual registers with a clean digital catalog.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325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real database to save data permanently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389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logins for students and librarians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03834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892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automatic overdue reminders by email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2026-09-25T14:34:20Z</dcterms:created>
  <dcterms:modified xsi:type="dcterms:W3CDTF">2026-09-25T14:34:20Z</dcterms:modified>
</cp:coreProperties>
</file>